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20f225d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20f225d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20f225dd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20f225dd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20f225dd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20f225dd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20f225dd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20f225dd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Plagiarism</a:t>
            </a:r>
            <a:r>
              <a:rPr lang="en"/>
              <a:t> Checker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Introduction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Plagiarism Definition: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Presenting someone else's work or ideas as one's own without proper attribution.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Significance: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Undermines academic integrity and intellectual property rights.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in Plagiarism Detection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Types of Plagiarism: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Verbatim copying.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Paraphrasing without citation.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Translational plagiarism.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Detection Difficulties: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Identifying subtle modifications and paraphrasing.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Detecting cross-language plagiarism.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LSTM Networks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Recurrent Neural Networks (RNNs):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Designed for sequential data processing.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Limitations: Short-term memory and vanishing gradient problem.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LSTM Architecture: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Specialized RNN variant addressing long-term dependencies.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Components: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Cell state.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Input gate.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Forget gate.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Output gate.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 in Plagiarism Detection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Sequence Modeling: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Captures contextual relationships in text sequences.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Text Similarity Assessment: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Evaluates semantic similarity between text pairs.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